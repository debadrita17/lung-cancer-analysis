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ademykdmusic@gmail.com" userId="a61cb66669f77315" providerId="LiveId" clId="{E115A5BD-AA3D-4875-A22F-1618D186C03E}"/>
    <pc:docChg chg="custSel modSld">
      <pc:chgData name="academykdmusic@gmail.com" userId="a61cb66669f77315" providerId="LiveId" clId="{E115A5BD-AA3D-4875-A22F-1618D186C03E}" dt="2026-09-10T18:27:22.044" v="9" actId="14100"/>
      <pc:docMkLst>
        <pc:docMk/>
      </pc:docMkLst>
      <pc:sldChg chg="addSp delSp modSp mod">
        <pc:chgData name="academykdmusic@gmail.com" userId="a61cb66669f77315" providerId="LiveId" clId="{E115A5BD-AA3D-4875-A22F-1618D186C03E}" dt="2026-09-10T18:27:22.044" v="9" actId="14100"/>
        <pc:sldMkLst>
          <pc:docMk/>
          <pc:sldMk cId="1029968116" sldId="260"/>
        </pc:sldMkLst>
        <pc:spChg chg="add del mod">
          <ac:chgData name="academykdmusic@gmail.com" userId="a61cb66669f77315" providerId="LiveId" clId="{E115A5BD-AA3D-4875-A22F-1618D186C03E}" dt="2026-09-10T18:19:38.308" v="1" actId="931"/>
          <ac:spMkLst>
            <pc:docMk/>
            <pc:sldMk cId="1029968116" sldId="260"/>
            <ac:spMk id="4" creationId="{F89A9B82-32C7-DA78-A321-B49E5159ECAD}"/>
          </ac:spMkLst>
        </pc:spChg>
        <pc:picChg chg="del">
          <ac:chgData name="academykdmusic@gmail.com" userId="a61cb66669f77315" providerId="LiveId" clId="{E115A5BD-AA3D-4875-A22F-1618D186C03E}" dt="2026-09-10T18:19:11.090" v="0" actId="478"/>
          <ac:picMkLst>
            <pc:docMk/>
            <pc:sldMk cId="1029968116" sldId="260"/>
            <ac:picMk id="5" creationId="{32DEFEC7-D71B-2ABF-0765-21107BF293E6}"/>
          </ac:picMkLst>
        </pc:picChg>
        <pc:picChg chg="add mod ord">
          <ac:chgData name="academykdmusic@gmail.com" userId="a61cb66669f77315" providerId="LiveId" clId="{E115A5BD-AA3D-4875-A22F-1618D186C03E}" dt="2026-09-10T18:27:22.044" v="9" actId="14100"/>
          <ac:picMkLst>
            <pc:docMk/>
            <pc:sldMk cId="1029968116" sldId="260"/>
            <ac:picMk id="7" creationId="{C6A33805-A561-7A5F-64BF-ED3A59E3119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47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2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031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57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3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6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132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053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85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DF3A3E6-E2C4-4528-8087-94408F20F6D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51F1866-F586-4932-AB78-C1FF3AB92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90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4464-A1EA-7983-27AC-9C0371841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Lung Cancer Data Analysis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BC433-8539-374F-E8E0-61A09F3FC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Using Excel &amp; Tableau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By: Debadrita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4935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0ED4-83CC-5205-EDDD-7B12BC1D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3BC0-1D0B-1D15-0193-E41A5D2C5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1446325"/>
          </a:xfrm>
        </p:spPr>
        <p:txBody>
          <a:bodyPr/>
          <a:lstStyle/>
          <a:p>
            <a:r>
              <a:rPr lang="en-US" dirty="0"/>
              <a:t>This project analyzes lung cancer patient data to identify demographic and behavioral risk factors associated with lung cancer cases.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67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5231-DC73-F842-4BE9-50852867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831E7-DD09-1C37-D1B4-F318B98CA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8" y="2014194"/>
            <a:ext cx="3426542" cy="3931920"/>
          </a:xfrm>
        </p:spPr>
        <p:txBody>
          <a:bodyPr>
            <a:normAutofit/>
          </a:bodyPr>
          <a:lstStyle/>
          <a:p>
            <a:r>
              <a:rPr lang="en-US" sz="2000" dirty="0"/>
              <a:t>Dataset Source: Kaggle</a:t>
            </a:r>
          </a:p>
          <a:p>
            <a:r>
              <a:rPr lang="en-US" sz="2000" dirty="0"/>
              <a:t>Total Records: 2,998</a:t>
            </a:r>
          </a:p>
          <a:p>
            <a:r>
              <a:rPr lang="en-US" sz="2000" dirty="0"/>
              <a:t>Tools Used:</a:t>
            </a:r>
          </a:p>
          <a:p>
            <a:r>
              <a:rPr lang="en-US" sz="2000" dirty="0"/>
              <a:t> Excel</a:t>
            </a:r>
          </a:p>
          <a:p>
            <a:r>
              <a:rPr lang="en-US" sz="2000" dirty="0"/>
              <a:t> Tableau</a:t>
            </a:r>
          </a:p>
        </p:txBody>
      </p:sp>
    </p:spTree>
    <p:extLst>
      <p:ext uri="{BB962C8B-B14F-4D97-AF65-F5344CB8AC3E}">
        <p14:creationId xmlns:p14="http://schemas.microsoft.com/office/powerpoint/2010/main" val="329585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C106-9CDC-5EC4-A06A-24430A81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78051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DATA PROCESSING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015C1-0A93-1515-A62A-5477C3BBB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490" y="1946787"/>
            <a:ext cx="9026013" cy="410005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 Data Collection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dirty="0"/>
              <a:t> Dataset Observation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dirty="0"/>
              <a:t> Data Cleaning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↓</a:t>
            </a:r>
          </a:p>
          <a:p>
            <a:pPr marL="0" indent="0" algn="ctr">
              <a:buNone/>
            </a:pPr>
            <a:r>
              <a:rPr lang="en-US" dirty="0"/>
              <a:t> Data </a:t>
            </a:r>
            <a:r>
              <a:rPr lang="en-IN" dirty="0"/>
              <a:t>Preparation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dirty="0"/>
              <a:t> Exploratory Data Analysis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dirty="0"/>
              <a:t> Dashboard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523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0714-8280-7534-C4C7-30B6499A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ctr"/>
            <a:r>
              <a:rPr lang="en-IN" dirty="0"/>
              <a:t>TABLEAU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6BB60-5E74-E07F-A1E9-7729928441CA}"/>
              </a:ext>
            </a:extLst>
          </p:cNvPr>
          <p:cNvSpPr txBox="1"/>
          <p:nvPr/>
        </p:nvSpPr>
        <p:spPr>
          <a:xfrm>
            <a:off x="1017638" y="5846543"/>
            <a:ext cx="10156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dashboard summarizes patient distribution, age analysis, gender comparison, and cancer positivity rates by major risk factors.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A33805-A561-7A5F-64BF-ED3A59E31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6" y="1179872"/>
            <a:ext cx="10156723" cy="464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6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8C71-1F2D-A327-7DD8-535729E6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B40B-38C8-DAA6-A1B7-AA6A83980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1809136"/>
            <a:ext cx="11100619" cy="436782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Male and female lung cancer patient distribution is nearly balanced across the dataset.</a:t>
            </a:r>
          </a:p>
          <a:p>
            <a:r>
              <a:rPr lang="en-US" sz="2400" dirty="0"/>
              <a:t>Smoking and chronic disease factors show slightly higher cancer positivity rates compared to alcohol consumption.</a:t>
            </a:r>
          </a:p>
          <a:p>
            <a:r>
              <a:rPr lang="en-US" sz="2400" dirty="0"/>
              <a:t>Patients aged 30–39 and 70–80 represent comparatively higher patient counts in the dataset</a:t>
            </a:r>
          </a:p>
          <a:p>
            <a:r>
              <a:rPr lang="en-US" sz="2400" dirty="0"/>
              <a:t>Chronic disease showed the highest proportion of lung cancer cases within the younger (30–39) age group compared to other factors such as smoking.</a:t>
            </a:r>
          </a:p>
          <a:p>
            <a:r>
              <a:rPr lang="en-US" sz="2400" dirty="0"/>
              <a:t>Smoking-associated lung cancer cases were also relatively higher in the 30–39 age category.</a:t>
            </a:r>
          </a:p>
          <a:p>
            <a:r>
              <a:rPr lang="en-US" sz="2400" dirty="0"/>
              <a:t>Anxiety showed the highest gender-based variation among observed symptoms, while chest pain showed the least variation.</a:t>
            </a:r>
          </a:p>
          <a:p>
            <a:r>
              <a:rPr lang="en-US" sz="2400" dirty="0"/>
              <a:t>Overall symptom distribution appears relatively balanced between genders.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06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7A29-03D1-2392-BFA9-53B80D8B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C4B1-7426-95D0-2043-D672B16E8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This project helped develop practical skills in data cleaning, exploratory data analysis, dashboard development, and insight communication using Excel and Tableau.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504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79</TotalTime>
  <Words>243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Garamond</vt:lpstr>
      <vt:lpstr>Savon</vt:lpstr>
      <vt:lpstr>Lung Cancer Data Analysis Project</vt:lpstr>
      <vt:lpstr>PROJECT OBJECTIVE</vt:lpstr>
      <vt:lpstr>DATASET OVERVIEW</vt:lpstr>
      <vt:lpstr>DATA PROCESSING &amp; ANALYSIS</vt:lpstr>
      <vt:lpstr>TABLEAU DASHBOARD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academykdmusic@gmail.com</dc:creator>
  <cp:lastModifiedBy>academykdmusic@gmail.com</cp:lastModifiedBy>
  <cp:revision>1</cp:revision>
  <dcterms:created xsi:type="dcterms:W3CDTF">2026-05-27T15:07:25Z</dcterms:created>
  <dcterms:modified xsi:type="dcterms:W3CDTF">2026-09-10T18:27:22Z</dcterms:modified>
</cp:coreProperties>
</file>